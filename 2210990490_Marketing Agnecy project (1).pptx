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9" r:id="rId6"/>
    <p:sldId id="257" r:id="rId7"/>
    <p:sldId id="313" r:id="rId8"/>
    <p:sldId id="286" r:id="rId9"/>
    <p:sldId id="271" r:id="rId10"/>
    <p:sldId id="272" r:id="rId11"/>
    <p:sldId id="314" r:id="rId12"/>
    <p:sldId id="312" r:id="rId13"/>
    <p:sldId id="278" r:id="rId14"/>
    <p:sldId id="280" r:id="rId1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A0F"/>
    <a:srgbClr val="8AB2E2"/>
    <a:srgbClr val="2A66AC"/>
    <a:srgbClr val="75A4DD"/>
    <a:srgbClr val="2E6CB8"/>
    <a:srgbClr val="2A65AC"/>
    <a:srgbClr val="255997"/>
    <a:srgbClr val="3379CD"/>
    <a:srgbClr val="558ED5"/>
    <a:srgbClr val="78A6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713" autoAdjust="0"/>
  </p:normalViewPr>
  <p:slideViewPr>
    <p:cSldViewPr snapToGrid="0">
      <p:cViewPr varScale="1">
        <p:scale>
          <a:sx n="78" d="100"/>
          <a:sy n="78" d="100"/>
        </p:scale>
        <p:origin x="185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eyond9to5.co.in/" TargetMode="External"/><Relationship Id="rId2" Type="http://schemas.openxmlformats.org/officeDocument/2006/relationships/hyperlink" Target="https://drgrewalz.vercel.app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hebeyondmodel.in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52948"/>
            <a:ext cx="9144000" cy="556505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IN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Co-op Project at Industry (Module -2</a:t>
            </a:r>
            <a:r>
              <a:rPr lang="en-IN" sz="20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)(22CS421)</a:t>
            </a:r>
            <a:endParaRPr lang="en-IN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Agency</a:t>
            </a:r>
            <a:endParaRPr lang="en-US" sz="2400" b="1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 rtl="0">
              <a:spcBef>
                <a:spcPts val="400"/>
              </a:spcBef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 : </a:t>
            </a:r>
            <a:r>
              <a:rPr lang="en-IN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Gurpreet Singh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2D8A0C-2434-0BC0-8E90-8EE1BACA8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623074"/>
              </p:ext>
            </p:extLst>
          </p:nvPr>
        </p:nvGraphicFramePr>
        <p:xfrm>
          <a:off x="1487054" y="2783512"/>
          <a:ext cx="6388584" cy="2103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194292">
                  <a:extLst>
                    <a:ext uri="{9D8B030D-6E8A-4147-A177-3AD203B41FA5}">
                      <a16:colId xmlns:a16="http://schemas.microsoft.com/office/drawing/2014/main" val="212843309"/>
                    </a:ext>
                  </a:extLst>
                </a:gridCol>
                <a:gridCol w="3194292">
                  <a:extLst>
                    <a:ext uri="{9D8B030D-6E8A-4147-A177-3AD203B41FA5}">
                      <a16:colId xmlns:a16="http://schemas.microsoft.com/office/drawing/2014/main" val="2558900029"/>
                    </a:ext>
                  </a:extLst>
                </a:gridCol>
              </a:tblGrid>
              <a:tr h="639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Number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906966"/>
                  </a:ext>
                </a:extLst>
              </a:tr>
              <a:tr h="365656">
                <a:tc>
                  <a:txBody>
                    <a:bodyPr/>
                    <a:lstStyle/>
                    <a:p>
                      <a:r>
                        <a:rPr lang="en-US" dirty="0"/>
                        <a:t>Kartik Verma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2210990490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111787"/>
                  </a:ext>
                </a:extLst>
              </a:tr>
              <a:tr h="365656">
                <a:tc>
                  <a:txBody>
                    <a:bodyPr/>
                    <a:lstStyle/>
                    <a:p>
                      <a:r>
                        <a:rPr lang="en-US" dirty="0"/>
                        <a:t>Kartik Sharma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2210990489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732122"/>
                  </a:ext>
                </a:extLst>
              </a:tr>
              <a:tr h="365656">
                <a:tc>
                  <a:txBody>
                    <a:bodyPr/>
                    <a:lstStyle/>
                    <a:p>
                      <a:r>
                        <a:rPr lang="en-US" dirty="0"/>
                        <a:t>Arushi Chawla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2210990999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135880"/>
                  </a:ext>
                </a:extLst>
              </a:tr>
              <a:tr h="365656">
                <a:tc>
                  <a:txBody>
                    <a:bodyPr/>
                    <a:lstStyle/>
                    <a:p>
                      <a:r>
                        <a:rPr lang="en-US" dirty="0" err="1"/>
                        <a:t>Kartikay</a:t>
                      </a:r>
                      <a:r>
                        <a:rPr lang="en-US" dirty="0"/>
                        <a:t> Batla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2210990491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0537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485206" cy="914040"/>
          </a:xfrm>
        </p:spPr>
        <p:txBody>
          <a:bodyPr/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00E95C-675E-3E16-7255-C6887C8B0A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8398736"/>
              </p:ext>
            </p:extLst>
          </p:nvPr>
        </p:nvGraphicFramePr>
        <p:xfrm>
          <a:off x="390004" y="1045789"/>
          <a:ext cx="8248074" cy="4413225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49358">
                  <a:extLst>
                    <a:ext uri="{9D8B030D-6E8A-4147-A177-3AD203B41FA5}">
                      <a16:colId xmlns:a16="http://schemas.microsoft.com/office/drawing/2014/main" val="1592183939"/>
                    </a:ext>
                  </a:extLst>
                </a:gridCol>
                <a:gridCol w="2749358">
                  <a:extLst>
                    <a:ext uri="{9D8B030D-6E8A-4147-A177-3AD203B41FA5}">
                      <a16:colId xmlns:a16="http://schemas.microsoft.com/office/drawing/2014/main" val="1741127845"/>
                    </a:ext>
                  </a:extLst>
                </a:gridCol>
                <a:gridCol w="2749358">
                  <a:extLst>
                    <a:ext uri="{9D8B030D-6E8A-4147-A177-3AD203B41FA5}">
                      <a16:colId xmlns:a16="http://schemas.microsoft.com/office/drawing/2014/main" val="2680910822"/>
                    </a:ext>
                  </a:extLst>
                </a:gridCol>
              </a:tblGrid>
              <a:tr h="50469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 No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928689"/>
                  </a:ext>
                </a:extLst>
              </a:tr>
              <a:tr h="50469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627609"/>
                  </a:ext>
                </a:extLst>
              </a:tr>
              <a:tr h="50469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 Offered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989229"/>
                  </a:ext>
                </a:extLst>
              </a:tr>
              <a:tr h="50469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Process</a:t>
                      </a: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69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ools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369983"/>
                  </a:ext>
                </a:extLst>
              </a:tr>
              <a:tr h="50469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arketing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546586"/>
                  </a:ext>
                </a:extLst>
              </a:tr>
              <a:tr h="51860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esults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Refrences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343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211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690" y="837720"/>
            <a:ext cx="8814619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agencies help businesses promote their products and services through online and offline platforms. In this project, the focus is on understanding how a marketing agency works and how it helps clients grow their business using digital marketing techniques.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Purpose:-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real marketing activities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campaigns are planned and executed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results of marketing efforts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handling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SEO work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small ad campaigns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tracking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interactive dashboards and presentation-ready summaries for leadership review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96D0E-ED79-A69B-5436-C7372EBBA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A05DE07-3021-1404-58AB-663CB22B4B82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Services Offered</a:t>
            </a:r>
            <a:endParaRPr lang="en-US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A7707D72-9BDF-8691-1CB4-869F9CD6D516}"/>
              </a:ext>
            </a:extLst>
          </p:cNvPr>
          <p:cNvSpPr txBox="1"/>
          <p:nvPr/>
        </p:nvSpPr>
        <p:spPr>
          <a:xfrm>
            <a:off x="329380" y="1288026"/>
            <a:ext cx="8485239" cy="525042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Management (posting, replying, engagement)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Ads (Facebook &amp; Google basic campaigns)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Creation (posts, captions, creatives)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SEO (keywords, website improvement)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Development</a:t>
            </a:r>
          </a:p>
        </p:txBody>
      </p:sp>
    </p:spTree>
    <p:extLst>
      <p:ext uri="{BB962C8B-B14F-4D97-AF65-F5344CB8AC3E}">
        <p14:creationId xmlns:p14="http://schemas.microsoft.com/office/powerpoint/2010/main" val="111672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FD48A-8AC6-8E8E-077D-919DEC2C3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4061DCF-7BEE-676C-0694-CE3812B3D08B}"/>
              </a:ext>
            </a:extLst>
          </p:cNvPr>
          <p:cNvSpPr txBox="1"/>
          <p:nvPr/>
        </p:nvSpPr>
        <p:spPr>
          <a:xfrm>
            <a:off x="752764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Process</a:t>
            </a:r>
            <a:endParaRPr lang="en-US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794C3620-7974-1423-0DD9-E7E43F8429D2}"/>
              </a:ext>
            </a:extLst>
          </p:cNvPr>
          <p:cNvSpPr txBox="1"/>
          <p:nvPr/>
        </p:nvSpPr>
        <p:spPr>
          <a:xfrm>
            <a:off x="157316" y="963562"/>
            <a:ext cx="8485239" cy="554539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1 - Understanding Client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 business goals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target audience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2 - Planning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 what type of content to post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platforms (Instagram, Facebook, etc.)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3 - Execution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posts and upload regularly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ads if required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4 - Tracking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reach, likes, clicks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weekly performance</a:t>
            </a:r>
          </a:p>
        </p:txBody>
      </p:sp>
    </p:spTree>
    <p:extLst>
      <p:ext uri="{BB962C8B-B14F-4D97-AF65-F5344CB8AC3E}">
        <p14:creationId xmlns:p14="http://schemas.microsoft.com/office/powerpoint/2010/main" val="3048620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</a:t>
            </a:r>
            <a:endParaRPr lang="en-US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B9AC9E-3A0E-3006-D578-040DEF3AD84C}"/>
              </a:ext>
            </a:extLst>
          </p:cNvPr>
          <p:cNvSpPr txBox="1"/>
          <p:nvPr/>
        </p:nvSpPr>
        <p:spPr>
          <a:xfrm>
            <a:off x="457200" y="1308932"/>
            <a:ext cx="8458691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Canva – for designing posts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Analytics – for website data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 Ads Manager – for ads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– for tracking performance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Front-end Back-end Libraries</a:t>
            </a:r>
          </a:p>
        </p:txBody>
      </p:sp>
    </p:spTree>
    <p:extLst>
      <p:ext uri="{BB962C8B-B14F-4D97-AF65-F5344CB8AC3E}">
        <p14:creationId xmlns:p14="http://schemas.microsoft.com/office/powerpoint/2010/main" val="990387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Activities</a:t>
            </a:r>
            <a:endParaRPr lang="en-US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1110137"/>
            <a:ext cx="8701427" cy="519722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regular Instagram posts and reels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 small budget ad campaigns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captions and hashtags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Interacted with audience through comments and messages.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 our 1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through ads/leads generation.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832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1F6F5-200B-8D95-780F-538266DEE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ACD4450-21D2-A9F4-85E3-D636A8C0E6FB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3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6F373EA8-E0E5-0406-722D-C476A1A0D03C}"/>
              </a:ext>
            </a:extLst>
          </p:cNvPr>
          <p:cNvSpPr txBox="1"/>
          <p:nvPr/>
        </p:nvSpPr>
        <p:spPr>
          <a:xfrm>
            <a:off x="442573" y="1287119"/>
            <a:ext cx="8701427" cy="519722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social media engagement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in followers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reach compared to previous weeks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leads generated through ads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3+ Professional websites.</a:t>
            </a:r>
          </a:p>
        </p:txBody>
      </p:sp>
    </p:spTree>
    <p:extLst>
      <p:ext uri="{BB962C8B-B14F-4D97-AF65-F5344CB8AC3E}">
        <p14:creationId xmlns:p14="http://schemas.microsoft.com/office/powerpoint/2010/main" val="970496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91262-1F4B-8FF7-25B3-BA7CA68FB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0414-035A-32BE-CD72-333DBEA64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09D4BA9-BA4F-7756-1347-9A03088A3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F34834-194A-CCE6-9191-0D3A37B72ABA}"/>
              </a:ext>
            </a:extLst>
          </p:cNvPr>
          <p:cNvSpPr txBox="1"/>
          <p:nvPr/>
        </p:nvSpPr>
        <p:spPr>
          <a:xfrm>
            <a:off x="412955" y="982866"/>
            <a:ext cx="8731045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Analytics Help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 Ads Guide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Canva Tutorials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marketing blogs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 Guides</a:t>
            </a:r>
          </a:p>
        </p:txBody>
      </p:sp>
    </p:spTree>
    <p:extLst>
      <p:ext uri="{BB962C8B-B14F-4D97-AF65-F5344CB8AC3E}">
        <p14:creationId xmlns:p14="http://schemas.microsoft.com/office/powerpoint/2010/main" val="3781855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17987" y="1159299"/>
            <a:ext cx="8534399" cy="519722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project helped in understanding how a marketing agency works in real life. It showed how planning, execution, and regular monitoring are important for achieving good results. Even small changes in content and ads can improve performance.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Links:-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https://drgrewalz.vercel.app/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https://beyond9to5.co.in/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https://thebeyondmodel.in/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825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Shape 2"/>
          <p:cNvSpPr txBox="1"/>
          <p:nvPr/>
        </p:nvSpPr>
        <p:spPr>
          <a:xfrm>
            <a:off x="304800" y="1511256"/>
            <a:ext cx="8534399" cy="383548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spcBef>
                <a:spcPts val="400"/>
              </a:spcBef>
            </a:pPr>
            <a:endParaRPr lang="en-US" sz="6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br>
              <a:rPr lang="en-US" sz="6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783108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36640</TotalTime>
  <Words>470</Words>
  <Application>Microsoft Office PowerPoint</Application>
  <PresentationFormat>On-screen Show (4:3)</PresentationFormat>
  <Paragraphs>125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Index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Rudrakshi Sharma</dc:creator>
  <cp:lastModifiedBy>Kartik Verma</cp:lastModifiedBy>
  <cp:revision>2332</cp:revision>
  <dcterms:created xsi:type="dcterms:W3CDTF">2010-04-09T07:36:15Z</dcterms:created>
  <dcterms:modified xsi:type="dcterms:W3CDTF">2026-05-17T07:46:18Z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